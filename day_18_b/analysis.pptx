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>
        <p:scale>
          <a:sx n="118" d="100"/>
          <a:sy n="118" d="100"/>
        </p:scale>
        <p:origin x="2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B4382-5929-184D-861E-3DD040439F0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97687-FE49-FF49-8591-A509631E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097687-FE49-FF49-8591-A509631ED8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0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E1C6-BDCA-9B71-ABB1-0B923A6E1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B026E-07B4-31F7-5497-6F38C1FE6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410A7-A30E-C33D-8C8A-6D2D6F09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66737-3D1F-E318-EB61-13202A79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9A2B-85F8-6E0F-461C-C5103539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7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49EC-F672-2B64-5058-599097B2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07891-2ECE-003F-D68E-0E76A1BF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35A64-311B-7A47-C58A-2938DC42E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E4CBE-FD7C-A718-0F7B-1D6E5B4B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11978-16B9-3819-E100-19FC4D9B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1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8FA7-1361-8098-93A1-0F4222D0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48956-6BE3-8EB9-52CC-182751CE0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D7714-A6F6-1651-D6BB-D8240EA9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DA39A-CECD-7470-A5BA-55571BC7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D9481-9543-7930-5167-6527F7C2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7866-EC60-7BF7-D9CD-35A9CFCD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C3EB0-50C6-3EB2-8F32-160027459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17695-8579-0410-D220-5A907FFDF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91877-CFC4-60C8-FBFC-7F8C0E52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E4788-9EAC-B0B6-9CE0-42CB1360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5456-2C20-DEDD-4A33-872888260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0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FBF6-D12C-DA1B-26BE-4719D907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9CF1E-0C9C-BF64-D2FE-90F3304C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13051-5903-9D4B-4531-6DFB116DF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99C1B-2BB7-075C-2B7D-EE6B55CD4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D4F505-5E3C-EDFE-0EA3-05DBE3584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D298A-A888-E478-B9CE-E40B1546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0B852-197F-90DE-49D1-188F33FA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53DC8-14D2-AC7F-CD91-65E2690D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CDF1-5161-7153-B578-24EBE658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543B5-7E21-3AF6-EAB8-7E075382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21F7E9-9163-78EE-1743-BFA51CE3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ED064-09B9-F189-9D58-C03DAF68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0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8B8A0-FC90-A4A8-6DCF-76AC7CD2E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EF2D0-BF5A-238A-2312-60B914C9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7F5D2-6DEA-969F-66F9-6A1DAB4F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3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ECF1-57C7-8ED2-D4AC-7FEF90FC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22CD-21BE-D6F0-9962-CF7F408E8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BE6D9-279A-1A86-C1D3-4F75613A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7B071-4F63-E8C4-82A7-92086CE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4365F-7D93-447A-0496-AAF42AAD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AF1A9-C745-08FE-94D0-11F5B7AE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F9D4-2E0D-4944-8D0C-8DE04A16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DDEFF-1A10-24DF-3437-D98A20D62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9270B-2C24-0503-6414-E5FCD17CC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CF787-A245-513D-AB7E-F5530CEB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AD4ED-61A3-0D9E-228C-646719AE2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D4F2F-A693-C959-347F-1B13D9D5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90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9B78-1BE2-418D-1733-29DC1773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5D87E-14D4-0D1D-0382-B60F9CE81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E8B98-180E-1B6A-4B75-6AB0CC4A5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7229-DE8E-1FB1-DED5-0A5C6F17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F2555-39A9-105D-7CA5-805804B28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8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86DD5C-30E2-C02E-E572-B19CFA4C7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7572D-5A11-5ACF-6BCE-233B10B04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990F-55E8-3FC7-5FC5-29BCE8B0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071BA-9D63-1AE1-44CE-176F817B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8CDA9-9367-2BC8-D732-D1DB85EC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79F41-CEB2-A250-8637-E18D6AED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4675F-6272-42B0-CB74-E8F4FA48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020DA-48B9-B973-348B-8A9B6E214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75EF5-3258-764A-94FB-5240383FA23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8E8A4-8DCA-0177-48D9-8643C72E8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FE278-0399-EEE1-1BF9-81962F05D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C8E51-2C0C-6D43-9D6C-694CD0972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7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hoelace_formul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Pick's_theor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>
            <a:extLst>
              <a:ext uri="{FF2B5EF4-FFF2-40B4-BE49-F238E27FC236}">
                <a16:creationId xmlns:a16="http://schemas.microsoft.com/office/drawing/2014/main" id="{6F974AD1-5EE7-DF82-A983-1A8B2F331D61}"/>
              </a:ext>
            </a:extLst>
          </p:cNvPr>
          <p:cNvSpPr/>
          <p:nvPr/>
        </p:nvSpPr>
        <p:spPr>
          <a:xfrm>
            <a:off x="7048421" y="3801397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39F201AA-BB28-035C-EC79-77B95B264E57}"/>
              </a:ext>
            </a:extLst>
          </p:cNvPr>
          <p:cNvSpPr/>
          <p:nvPr/>
        </p:nvSpPr>
        <p:spPr>
          <a:xfrm>
            <a:off x="7056220" y="3435991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101EA23-D74C-D418-B915-D96BEF5C414E}"/>
              </a:ext>
            </a:extLst>
          </p:cNvPr>
          <p:cNvSpPr/>
          <p:nvPr/>
        </p:nvSpPr>
        <p:spPr>
          <a:xfrm>
            <a:off x="7053577" y="2719457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8081E7E-4472-4F39-49A7-5A0FC44E8D05}"/>
              </a:ext>
            </a:extLst>
          </p:cNvPr>
          <p:cNvSpPr/>
          <p:nvPr/>
        </p:nvSpPr>
        <p:spPr>
          <a:xfrm>
            <a:off x="5627150" y="308110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8B6FC22-0FD1-45F5-32E7-46794E27B4C4}"/>
              </a:ext>
            </a:extLst>
          </p:cNvPr>
          <p:cNvSpPr/>
          <p:nvPr/>
        </p:nvSpPr>
        <p:spPr>
          <a:xfrm>
            <a:off x="5985513" y="3081105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CC691F-FFDE-7FD4-80E6-FF3B5B09EE94}"/>
              </a:ext>
            </a:extLst>
          </p:cNvPr>
          <p:cNvSpPr/>
          <p:nvPr/>
        </p:nvSpPr>
        <p:spPr>
          <a:xfrm>
            <a:off x="6343876" y="308110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6871D12-BCE0-0D11-655E-F457735B1BC5}"/>
              </a:ext>
            </a:extLst>
          </p:cNvPr>
          <p:cNvSpPr/>
          <p:nvPr/>
        </p:nvSpPr>
        <p:spPr>
          <a:xfrm>
            <a:off x="5620621" y="272269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5E09CAD-00DB-060C-FEEA-1818E73EA53B}"/>
              </a:ext>
            </a:extLst>
          </p:cNvPr>
          <p:cNvSpPr/>
          <p:nvPr/>
        </p:nvSpPr>
        <p:spPr>
          <a:xfrm>
            <a:off x="5978984" y="2722695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B923E3E-7D33-402C-E774-7CDFF6DA77E4}"/>
              </a:ext>
            </a:extLst>
          </p:cNvPr>
          <p:cNvSpPr/>
          <p:nvPr/>
        </p:nvSpPr>
        <p:spPr>
          <a:xfrm>
            <a:off x="6337347" y="272269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7BCDACE-1881-3238-52C1-03C0C0A2464D}"/>
              </a:ext>
            </a:extLst>
          </p:cNvPr>
          <p:cNvSpPr/>
          <p:nvPr/>
        </p:nvSpPr>
        <p:spPr>
          <a:xfrm>
            <a:off x="6695710" y="272269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0527B9C-DF53-FABE-E7E2-8B0C3D7B6040}"/>
              </a:ext>
            </a:extLst>
          </p:cNvPr>
          <p:cNvSpPr/>
          <p:nvPr/>
        </p:nvSpPr>
        <p:spPr>
          <a:xfrm>
            <a:off x="7061376" y="2354051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93F29B4-4B44-B2D3-4958-B084003623B9}"/>
              </a:ext>
            </a:extLst>
          </p:cNvPr>
          <p:cNvSpPr/>
          <p:nvPr/>
        </p:nvSpPr>
        <p:spPr>
          <a:xfrm>
            <a:off x="7050438" y="200894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C32207-5740-55C7-8C77-0CFF4CA45A8E}"/>
              </a:ext>
            </a:extLst>
          </p:cNvPr>
          <p:cNvGrpSpPr/>
          <p:nvPr/>
        </p:nvGrpSpPr>
        <p:grpSpPr>
          <a:xfrm>
            <a:off x="1742965" y="1956168"/>
            <a:ext cx="2169886" cy="2169888"/>
            <a:chOff x="2384854" y="3414484"/>
            <a:chExt cx="2169886" cy="216988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ED074F-EA6A-9196-D9D9-EF856C6D29B6}"/>
                </a:ext>
              </a:extLst>
            </p:cNvPr>
            <p:cNvGrpSpPr/>
            <p:nvPr/>
          </p:nvGrpSpPr>
          <p:grpSpPr>
            <a:xfrm>
              <a:off x="2384854" y="3414484"/>
              <a:ext cx="2169886" cy="2166847"/>
              <a:chOff x="2384854" y="2183224"/>
              <a:chExt cx="2169886" cy="3398108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BD79A589-AA38-EB23-7B18-3B666ABA3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485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1348D38-C17B-4B8D-59B7-8ECE2156D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502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D0F47A84-8A84-8993-B853-61649A7BE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15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5F2BBC75-904D-C448-F485-8EE4BC2B9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9798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3A7A5E3-77A7-6379-4A72-2104ADC925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446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ADE9245-51D2-0708-3E49-9E3123E5A7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74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6EFC9953-E9C7-D2A5-ADB4-D00E5799F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09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E401003-94C4-410F-753F-96D188204C8E}"/>
                </a:ext>
              </a:extLst>
            </p:cNvPr>
            <p:cNvGrpSpPr/>
            <p:nvPr/>
          </p:nvGrpSpPr>
          <p:grpSpPr>
            <a:xfrm rot="5400000">
              <a:off x="2384854" y="3414486"/>
              <a:ext cx="2169886" cy="2169885"/>
              <a:chOff x="2384854" y="2183224"/>
              <a:chExt cx="2169886" cy="3398108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C464408-14B0-D992-17DC-8E506269E5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485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9829279-253C-E7AA-B1B8-3A167E84C7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502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ADA8EFF-5F5E-9FCA-E15E-727C28B0D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15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372E6A8-D409-FC30-C1F1-DBE16E342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9798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6A3919A-A64E-9674-374A-916C64CE04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446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940AF79-7631-7F44-BED8-7D0DC38F3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74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7525CB5-9DDB-DCF7-0BD5-3FA42ACEA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09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8458F2B-83C0-27FD-AE70-C50467F61463}"/>
              </a:ext>
            </a:extLst>
          </p:cNvPr>
          <p:cNvSpPr txBox="1"/>
          <p:nvPr/>
        </p:nvSpPr>
        <p:spPr>
          <a:xfrm>
            <a:off x="1602787" y="946689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Directions: R4 D2 L2 D2 R2 D1 L4 U5 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847E0FE-658A-230E-6DA9-401ADE02CEB3}"/>
              </a:ext>
            </a:extLst>
          </p:cNvPr>
          <p:cNvGrpSpPr/>
          <p:nvPr/>
        </p:nvGrpSpPr>
        <p:grpSpPr>
          <a:xfrm>
            <a:off x="1759181" y="1953128"/>
            <a:ext cx="1446588" cy="1822497"/>
            <a:chOff x="2292581" y="2845756"/>
            <a:chExt cx="1446588" cy="182249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21A9DE1-E819-36D7-0A89-A3F492D15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2581" y="2848797"/>
              <a:ext cx="1430376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163A04-0619-708B-FF98-A18C80FD4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1063" y="4295387"/>
              <a:ext cx="0" cy="372866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99C806-ACD8-2EBE-494A-4C258990C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1063" y="2851837"/>
              <a:ext cx="0" cy="720256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FD7E435-FD5A-F748-DA02-E0D5E5B8EA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7769" y="3575131"/>
              <a:ext cx="0" cy="720256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A7CE84E-137D-076F-663D-FD4986693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7769" y="3572093"/>
              <a:ext cx="723293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0D39147-9500-BC8A-5C7D-01225C59B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7769" y="4295387"/>
              <a:ext cx="723293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FB1763-A72A-9125-F754-AD4B5C8274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6313" y="4662070"/>
              <a:ext cx="1442856" cy="0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66BD42A-9923-FBF8-E402-C96113A083AD}"/>
                </a:ext>
              </a:extLst>
            </p:cNvPr>
            <p:cNvCxnSpPr>
              <a:cxnSpLocks/>
            </p:cNvCxnSpPr>
            <p:nvPr/>
          </p:nvCxnSpPr>
          <p:spPr>
            <a:xfrm>
              <a:off x="2292581" y="2845756"/>
              <a:ext cx="0" cy="1815621"/>
            </a:xfrm>
            <a:prstGeom prst="line">
              <a:avLst/>
            </a:prstGeom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2CAB3943-4C7E-8258-0021-A3AAF3FFB9A0}"/>
              </a:ext>
            </a:extLst>
          </p:cNvPr>
          <p:cNvSpPr/>
          <p:nvPr/>
        </p:nvSpPr>
        <p:spPr>
          <a:xfrm>
            <a:off x="1800986" y="2010938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49AC7FD-2625-96B6-50FF-0FCB8B43356D}"/>
              </a:ext>
            </a:extLst>
          </p:cNvPr>
          <p:cNvSpPr/>
          <p:nvPr/>
        </p:nvSpPr>
        <p:spPr>
          <a:xfrm>
            <a:off x="2159349" y="2010938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5CFF8B-F972-E85C-089D-FB2B53DE035B}"/>
              </a:ext>
            </a:extLst>
          </p:cNvPr>
          <p:cNvSpPr/>
          <p:nvPr/>
        </p:nvSpPr>
        <p:spPr>
          <a:xfrm>
            <a:off x="2517712" y="2010938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01A737-39BA-0352-E9CB-A591D0C43291}"/>
              </a:ext>
            </a:extLst>
          </p:cNvPr>
          <p:cNvSpPr/>
          <p:nvPr/>
        </p:nvSpPr>
        <p:spPr>
          <a:xfrm>
            <a:off x="2876075" y="2010938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D77C48-2A38-1889-BB03-6ED5F016674E}"/>
              </a:ext>
            </a:extLst>
          </p:cNvPr>
          <p:cNvSpPr/>
          <p:nvPr/>
        </p:nvSpPr>
        <p:spPr>
          <a:xfrm>
            <a:off x="1800986" y="2354051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E29C08D-6B9F-2008-4770-AF2D8FBF9468}"/>
              </a:ext>
            </a:extLst>
          </p:cNvPr>
          <p:cNvSpPr/>
          <p:nvPr/>
        </p:nvSpPr>
        <p:spPr>
          <a:xfrm>
            <a:off x="2159349" y="2354051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B1CF1EE-0F05-25FD-1A09-610D0546DDDB}"/>
              </a:ext>
            </a:extLst>
          </p:cNvPr>
          <p:cNvSpPr/>
          <p:nvPr/>
        </p:nvSpPr>
        <p:spPr>
          <a:xfrm>
            <a:off x="2517712" y="2354051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FECF8B-F545-AA7F-177B-0EDBD0326BBF}"/>
              </a:ext>
            </a:extLst>
          </p:cNvPr>
          <p:cNvSpPr/>
          <p:nvPr/>
        </p:nvSpPr>
        <p:spPr>
          <a:xfrm>
            <a:off x="2876075" y="2354051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FF4B0B-0639-B44E-C283-01826808848B}"/>
              </a:ext>
            </a:extLst>
          </p:cNvPr>
          <p:cNvSpPr/>
          <p:nvPr/>
        </p:nvSpPr>
        <p:spPr>
          <a:xfrm>
            <a:off x="1800986" y="2719457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86F598-EA67-2A05-F7FE-AD7F7145C2C3}"/>
              </a:ext>
            </a:extLst>
          </p:cNvPr>
          <p:cNvSpPr/>
          <p:nvPr/>
        </p:nvSpPr>
        <p:spPr>
          <a:xfrm>
            <a:off x="2159349" y="2719457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BFA80E4-4B6F-A491-0DF5-149E5824CBCF}"/>
              </a:ext>
            </a:extLst>
          </p:cNvPr>
          <p:cNvSpPr/>
          <p:nvPr/>
        </p:nvSpPr>
        <p:spPr>
          <a:xfrm>
            <a:off x="1800986" y="3081105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D7CFA0C-6D2B-B734-018F-7BE57967626F}"/>
              </a:ext>
            </a:extLst>
          </p:cNvPr>
          <p:cNvSpPr/>
          <p:nvPr/>
        </p:nvSpPr>
        <p:spPr>
          <a:xfrm>
            <a:off x="2159349" y="3081105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810B0A0-5A7A-F94F-6135-89D22A31D926}"/>
              </a:ext>
            </a:extLst>
          </p:cNvPr>
          <p:cNvSpPr/>
          <p:nvPr/>
        </p:nvSpPr>
        <p:spPr>
          <a:xfrm>
            <a:off x="1800986" y="3442750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1B0CF17-D0CF-5038-E99D-31139CC8C171}"/>
              </a:ext>
            </a:extLst>
          </p:cNvPr>
          <p:cNvSpPr/>
          <p:nvPr/>
        </p:nvSpPr>
        <p:spPr>
          <a:xfrm>
            <a:off x="2159349" y="3442750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7DA9D2-6B4E-CAF0-A683-6C2FEDCA880B}"/>
              </a:ext>
            </a:extLst>
          </p:cNvPr>
          <p:cNvSpPr/>
          <p:nvPr/>
        </p:nvSpPr>
        <p:spPr>
          <a:xfrm>
            <a:off x="2517712" y="3442750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E004074-1F77-5167-4BFE-A97B07DDBAF4}"/>
              </a:ext>
            </a:extLst>
          </p:cNvPr>
          <p:cNvSpPr/>
          <p:nvPr/>
        </p:nvSpPr>
        <p:spPr>
          <a:xfrm>
            <a:off x="2876075" y="3442750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83B096-EB33-CFFE-B2CD-B278F8669377}"/>
              </a:ext>
            </a:extLst>
          </p:cNvPr>
          <p:cNvSpPr txBox="1"/>
          <p:nvPr/>
        </p:nvSpPr>
        <p:spPr>
          <a:xfrm>
            <a:off x="2028942" y="4307597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= 16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BD3FA1-6927-7BA5-878D-F08276755E3F}"/>
              </a:ext>
            </a:extLst>
          </p:cNvPr>
          <p:cNvSpPr txBox="1"/>
          <p:nvPr/>
        </p:nvSpPr>
        <p:spPr>
          <a:xfrm>
            <a:off x="1693310" y="1565195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as line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A0070AD-EABB-A94E-93DF-2F3CDBEDD8B7}"/>
              </a:ext>
            </a:extLst>
          </p:cNvPr>
          <p:cNvGrpSpPr/>
          <p:nvPr/>
        </p:nvGrpSpPr>
        <p:grpSpPr>
          <a:xfrm>
            <a:off x="5562600" y="1954174"/>
            <a:ext cx="2169886" cy="2169888"/>
            <a:chOff x="2384854" y="3414484"/>
            <a:chExt cx="2169886" cy="2169888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F158B93-ABCA-4CC7-ACDB-18CE4B0673CF}"/>
                </a:ext>
              </a:extLst>
            </p:cNvPr>
            <p:cNvGrpSpPr/>
            <p:nvPr/>
          </p:nvGrpSpPr>
          <p:grpSpPr>
            <a:xfrm>
              <a:off x="2384854" y="3414484"/>
              <a:ext cx="2169886" cy="2166847"/>
              <a:chOff x="2384854" y="2183224"/>
              <a:chExt cx="2169886" cy="3398108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07D9FBC-E5C3-2DB9-F999-30DB8785B2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485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F4B78A1-4073-0EE4-82D9-48BC7B774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502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C7713CD-4BEB-FFAB-E9D8-7A5216C6D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15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6E8A3F1-49C5-47CE-B1C5-CEDAD13BDF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9798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CD11242-DDA9-E25B-0841-63AA3C89A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446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670D9388-D4F9-8A15-4C84-0549A3D1D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74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5A88700-A58B-3EAD-C071-34EE2CADF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09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9667651-160D-0B40-30C1-4A887A4B6A9B}"/>
                </a:ext>
              </a:extLst>
            </p:cNvPr>
            <p:cNvGrpSpPr/>
            <p:nvPr/>
          </p:nvGrpSpPr>
          <p:grpSpPr>
            <a:xfrm rot="5400000">
              <a:off x="2384854" y="3414486"/>
              <a:ext cx="2169886" cy="2169885"/>
              <a:chOff x="2384854" y="2183224"/>
              <a:chExt cx="2169886" cy="3398108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E6FF6C75-7BDE-054F-76E5-874195BB11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485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43958D8-7A52-73BC-B667-EEBBE42398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46502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B9A0C91-E372-15A3-F715-89E8ACB49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815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DBC3BA6A-28B3-58BF-CC67-5629265F1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9798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B50D175-71BD-659B-A995-3946127A94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1446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530345F-A806-8B26-6DBA-1E575743F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4740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7260856-44C7-F366-2786-804337389F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3094" y="2183224"/>
                <a:ext cx="0" cy="3398108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62689F36-8A31-EA70-AE73-D82E6A74D9EE}"/>
              </a:ext>
            </a:extLst>
          </p:cNvPr>
          <p:cNvSpPr/>
          <p:nvPr/>
        </p:nvSpPr>
        <p:spPr>
          <a:xfrm>
            <a:off x="5620621" y="200894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0D4D8AF-6EBE-6C70-1E18-6C5EA4274D5C}"/>
              </a:ext>
            </a:extLst>
          </p:cNvPr>
          <p:cNvSpPr/>
          <p:nvPr/>
        </p:nvSpPr>
        <p:spPr>
          <a:xfrm>
            <a:off x="5978984" y="200894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57E43E6-40E1-1201-361A-91F93C5CD293}"/>
              </a:ext>
            </a:extLst>
          </p:cNvPr>
          <p:cNvSpPr/>
          <p:nvPr/>
        </p:nvSpPr>
        <p:spPr>
          <a:xfrm>
            <a:off x="6337347" y="200894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F500EEA-4CC1-944F-3ED9-A12622A9DC39}"/>
              </a:ext>
            </a:extLst>
          </p:cNvPr>
          <p:cNvSpPr/>
          <p:nvPr/>
        </p:nvSpPr>
        <p:spPr>
          <a:xfrm>
            <a:off x="6695710" y="200894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31260F6-827F-B1A8-1C2B-E80B2C0E3CEC}"/>
              </a:ext>
            </a:extLst>
          </p:cNvPr>
          <p:cNvSpPr/>
          <p:nvPr/>
        </p:nvSpPr>
        <p:spPr>
          <a:xfrm>
            <a:off x="5620621" y="2352057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61786D0-6AC2-3D5C-13A7-E1425C333D5C}"/>
              </a:ext>
            </a:extLst>
          </p:cNvPr>
          <p:cNvSpPr/>
          <p:nvPr/>
        </p:nvSpPr>
        <p:spPr>
          <a:xfrm>
            <a:off x="5978984" y="2352057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25064D0-9AF3-0EC2-9050-645EAE2AF0E5}"/>
              </a:ext>
            </a:extLst>
          </p:cNvPr>
          <p:cNvSpPr/>
          <p:nvPr/>
        </p:nvSpPr>
        <p:spPr>
          <a:xfrm>
            <a:off x="6337347" y="2352057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D493BA1-3F6C-17C2-7A17-BACCE0E23859}"/>
              </a:ext>
            </a:extLst>
          </p:cNvPr>
          <p:cNvSpPr/>
          <p:nvPr/>
        </p:nvSpPr>
        <p:spPr>
          <a:xfrm>
            <a:off x="6695710" y="2352057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20DDE2B-D27B-BA5D-3D49-2736D09962D2}"/>
              </a:ext>
            </a:extLst>
          </p:cNvPr>
          <p:cNvSpPr/>
          <p:nvPr/>
        </p:nvSpPr>
        <p:spPr>
          <a:xfrm>
            <a:off x="5620621" y="3440756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B25C031-7D4F-A26F-9881-7223C496C455}"/>
              </a:ext>
            </a:extLst>
          </p:cNvPr>
          <p:cNvSpPr/>
          <p:nvPr/>
        </p:nvSpPr>
        <p:spPr>
          <a:xfrm>
            <a:off x="5978984" y="3440756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5C8F9F4-70EA-39BA-881B-A34A0C4F96FA}"/>
              </a:ext>
            </a:extLst>
          </p:cNvPr>
          <p:cNvSpPr/>
          <p:nvPr/>
        </p:nvSpPr>
        <p:spPr>
          <a:xfrm>
            <a:off x="6337347" y="3440756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34B4EB7-82C7-0460-8E16-F3193821C604}"/>
              </a:ext>
            </a:extLst>
          </p:cNvPr>
          <p:cNvSpPr/>
          <p:nvPr/>
        </p:nvSpPr>
        <p:spPr>
          <a:xfrm>
            <a:off x="6695710" y="3440756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F7B4877-D7B9-DC06-915E-4EA9C925035A}"/>
              </a:ext>
            </a:extLst>
          </p:cNvPr>
          <p:cNvSpPr/>
          <p:nvPr/>
        </p:nvSpPr>
        <p:spPr>
          <a:xfrm>
            <a:off x="5623264" y="379138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1783400-93F6-18AC-78EA-C1A17D988481}"/>
              </a:ext>
            </a:extLst>
          </p:cNvPr>
          <p:cNvSpPr/>
          <p:nvPr/>
        </p:nvSpPr>
        <p:spPr>
          <a:xfrm>
            <a:off x="5981627" y="379138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FB0C113-00A3-C74B-2E94-B84B134AEF1B}"/>
              </a:ext>
            </a:extLst>
          </p:cNvPr>
          <p:cNvSpPr/>
          <p:nvPr/>
        </p:nvSpPr>
        <p:spPr>
          <a:xfrm>
            <a:off x="6339990" y="379138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811FC9D-0B21-3DCC-CC22-2950FFAED079}"/>
              </a:ext>
            </a:extLst>
          </p:cNvPr>
          <p:cNvSpPr/>
          <p:nvPr/>
        </p:nvSpPr>
        <p:spPr>
          <a:xfrm>
            <a:off x="6698353" y="3791385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A1885F1-7D34-D50B-6EB9-D1C15BC6451E}"/>
              </a:ext>
            </a:extLst>
          </p:cNvPr>
          <p:cNvSpPr/>
          <p:nvPr/>
        </p:nvSpPr>
        <p:spPr>
          <a:xfrm>
            <a:off x="5560368" y="5328295"/>
            <a:ext cx="270646" cy="27064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5762D1E-B660-B59A-3198-3CBB2A328774}"/>
              </a:ext>
            </a:extLst>
          </p:cNvPr>
          <p:cNvSpPr txBox="1"/>
          <p:nvPr/>
        </p:nvSpPr>
        <p:spPr>
          <a:xfrm>
            <a:off x="5829243" y="5285454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Interior = 6</a:t>
            </a:r>
            <a:endParaRPr lang="en-US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A99A54A-22D8-F1A8-348D-90EAC4961FCC}"/>
              </a:ext>
            </a:extLst>
          </p:cNvPr>
          <p:cNvSpPr/>
          <p:nvPr/>
        </p:nvSpPr>
        <p:spPr>
          <a:xfrm>
            <a:off x="5560368" y="4320034"/>
            <a:ext cx="270646" cy="27064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4DD1A84-AC01-0CD2-44DB-6522B3CB8DE0}"/>
              </a:ext>
            </a:extLst>
          </p:cNvPr>
          <p:cNvSpPr txBox="1"/>
          <p:nvPr/>
        </p:nvSpPr>
        <p:spPr>
          <a:xfrm>
            <a:off x="5829243" y="4277193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 = 22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84632F7-1DC1-E552-AA03-0392F48D2A3D}"/>
              </a:ext>
            </a:extLst>
          </p:cNvPr>
          <p:cNvGrpSpPr/>
          <p:nvPr/>
        </p:nvGrpSpPr>
        <p:grpSpPr>
          <a:xfrm>
            <a:off x="5756986" y="2134673"/>
            <a:ext cx="1446588" cy="1822497"/>
            <a:chOff x="2292581" y="2845756"/>
            <a:chExt cx="1446588" cy="1822497"/>
          </a:xfrm>
          <a:solidFill>
            <a:schemeClr val="tx2">
              <a:lumMod val="10000"/>
              <a:lumOff val="90000"/>
            </a:schemeClr>
          </a:solidFill>
        </p:grpSpPr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E332ADB2-EEA3-0F8C-1211-C469783595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2581" y="2848797"/>
              <a:ext cx="1430376" cy="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15A6A68-630B-5538-3BC1-A81B307CC8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1063" y="4295387"/>
              <a:ext cx="0" cy="372866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BA93169-D60C-DFEA-C580-639EE253F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1063" y="2851837"/>
              <a:ext cx="0" cy="720256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4A1EC06-ABAC-66E3-0F15-95BA66DA23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7769" y="3575131"/>
              <a:ext cx="0" cy="720256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4F8B442-A0C7-6D1A-2998-618E4CE771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7769" y="3572093"/>
              <a:ext cx="723293" cy="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B16F906-3DAC-880D-1713-6EBF9D77CB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7769" y="4295387"/>
              <a:ext cx="723293" cy="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60DC258-DD28-1591-A660-EEB16BAB6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6313" y="4662070"/>
              <a:ext cx="1442856" cy="0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CF0029A7-7190-F07C-2BBA-69124F71FE4F}"/>
                </a:ext>
              </a:extLst>
            </p:cNvPr>
            <p:cNvCxnSpPr>
              <a:cxnSpLocks/>
            </p:cNvCxnSpPr>
            <p:nvPr/>
          </p:nvCxnSpPr>
          <p:spPr>
            <a:xfrm>
              <a:off x="2292581" y="2845756"/>
              <a:ext cx="0" cy="1815621"/>
            </a:xfrm>
            <a:prstGeom prst="line">
              <a:avLst/>
            </a:prstGeom>
            <a:grpFill/>
            <a:ln w="25400" cap="rnd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A463DBAE-0900-A22A-7AA3-949917B40BD0}"/>
              </a:ext>
            </a:extLst>
          </p:cNvPr>
          <p:cNvSpPr txBox="1"/>
          <p:nvPr/>
        </p:nvSpPr>
        <p:spPr>
          <a:xfrm>
            <a:off x="5470861" y="1565031"/>
            <a:ext cx="3959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 as trench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F3C9037-3D5B-7EF9-CFF1-8F314C094ED2}"/>
              </a:ext>
            </a:extLst>
          </p:cNvPr>
          <p:cNvSpPr txBox="1"/>
          <p:nvPr/>
        </p:nvSpPr>
        <p:spPr>
          <a:xfrm>
            <a:off x="5829243" y="4622420"/>
            <a:ext cx="39598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Equal to circumference (total length of all segments)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A1426A0-95D2-8002-F077-A73D6029501D}"/>
              </a:ext>
            </a:extLst>
          </p:cNvPr>
          <p:cNvSpPr/>
          <p:nvPr/>
        </p:nvSpPr>
        <p:spPr>
          <a:xfrm>
            <a:off x="1759181" y="4335101"/>
            <a:ext cx="270646" cy="27064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6C3AE37-96B4-FE27-2098-46DE0C7AE3EB}"/>
              </a:ext>
            </a:extLst>
          </p:cNvPr>
          <p:cNvSpPr txBox="1"/>
          <p:nvPr/>
        </p:nvSpPr>
        <p:spPr>
          <a:xfrm>
            <a:off x="2028339" y="4595663"/>
            <a:ext cx="395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Compute using trapezoid formula</a:t>
            </a:r>
          </a:p>
          <a:p>
            <a:r>
              <a:rPr lang="en-US" sz="900" dirty="0">
                <a:hlinkClick r:id="rId3"/>
              </a:rPr>
              <a:t>https://</a:t>
            </a:r>
            <a:r>
              <a:rPr lang="en-US" sz="900" dirty="0" err="1">
                <a:hlinkClick r:id="rId3"/>
              </a:rPr>
              <a:t>en.wikipedia.org</a:t>
            </a:r>
            <a:r>
              <a:rPr lang="en-US" sz="900" dirty="0">
                <a:hlinkClick r:id="rId3"/>
              </a:rPr>
              <a:t>/wiki/</a:t>
            </a:r>
            <a:r>
              <a:rPr lang="en-US" sz="900" dirty="0" err="1">
                <a:hlinkClick r:id="rId3"/>
              </a:rPr>
              <a:t>Shoelace_formula</a:t>
            </a:r>
            <a:endParaRPr lang="en-US" sz="9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3DEA56E-B311-A0E1-C2B2-4071224D3C5B}"/>
              </a:ext>
            </a:extLst>
          </p:cNvPr>
          <p:cNvSpPr txBox="1"/>
          <p:nvPr/>
        </p:nvSpPr>
        <p:spPr>
          <a:xfrm>
            <a:off x="5829243" y="5564205"/>
            <a:ext cx="3959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Compute using Pick's theorem</a:t>
            </a:r>
          </a:p>
          <a:p>
            <a:r>
              <a:rPr lang="en-US" sz="900" dirty="0">
                <a:hlinkClick r:id="rId4"/>
              </a:rPr>
              <a:t>https://</a:t>
            </a:r>
            <a:r>
              <a:rPr lang="en-US" sz="900" dirty="0" err="1">
                <a:hlinkClick r:id="rId4"/>
              </a:rPr>
              <a:t>en.wikipedia.org</a:t>
            </a:r>
            <a:r>
              <a:rPr lang="en-US" sz="900" dirty="0">
                <a:hlinkClick r:id="rId4"/>
              </a:rPr>
              <a:t>/wiki/</a:t>
            </a:r>
            <a:r>
              <a:rPr lang="en-US" sz="900" dirty="0" err="1">
                <a:hlinkClick r:id="rId4"/>
              </a:rPr>
              <a:t>Pick's_theorem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1573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70</Words>
  <Application>Microsoft Macintosh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Rijsman</dc:creator>
  <cp:lastModifiedBy>Bruno Rijsman</cp:lastModifiedBy>
  <cp:revision>19</cp:revision>
  <dcterms:created xsi:type="dcterms:W3CDTF">2025-11-23T08:28:11Z</dcterms:created>
  <dcterms:modified xsi:type="dcterms:W3CDTF">2025-11-23T09:05:43Z</dcterms:modified>
</cp:coreProperties>
</file>